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49" r:id="rId16"/>
    <p:sldId id="1350" r:id="rId17"/>
    <p:sldId id="1330" r:id="rId18"/>
    <p:sldId id="1325" r:id="rId19"/>
    <p:sldId id="1326" r:id="rId20"/>
    <p:sldId id="1327" r:id="rId21"/>
    <p:sldId id="1331" r:id="rId22"/>
    <p:sldId id="1328" r:id="rId23"/>
    <p:sldId id="1334" r:id="rId24"/>
    <p:sldId id="1335" r:id="rId25"/>
    <p:sldId id="1339" r:id="rId26"/>
    <p:sldId id="1340" r:id="rId27"/>
    <p:sldId id="1336" r:id="rId28"/>
    <p:sldId id="1341" r:id="rId29"/>
    <p:sldId id="1337" r:id="rId30"/>
    <p:sldId id="1343" r:id="rId31"/>
    <p:sldId id="1342" r:id="rId32"/>
    <p:sldId id="1338" r:id="rId33"/>
    <p:sldId id="1347" r:id="rId34"/>
    <p:sldId id="1346" r:id="rId35"/>
    <p:sldId id="1348" r:id="rId3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49"/>
            <p14:sldId id="1350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  <p14:sldId id="1346"/>
            <p14:sldId id="13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80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332CB-3782-5021-515C-7C662FEC2B8D}"/>
              </a:ext>
            </a:extLst>
          </p:cNvPr>
          <p:cNvSpPr txBox="1"/>
          <p:nvPr/>
        </p:nvSpPr>
        <p:spPr>
          <a:xfrm>
            <a:off x="3086100" y="1863209"/>
            <a:ext cx="5438776" cy="367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Generative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는 어떻게 완전히 새로운 창작물을 만들어 내는가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8330-AAF7-59F1-594D-112DC9C4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1.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90566F08-F008-70AF-B96C-8D38F4AD83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3D987D-7BAE-2A92-8C92-DCCC3398C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54" y="2186478"/>
            <a:ext cx="8012293" cy="426652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 앞에 찍힌 검은 점 데이터가 있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는데</a:t>
                </a:r>
                <a:r>
                  <a:rPr kumimoji="0" lang="en-US" altLang="ko-KR" sz="16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우리는 점들의 좌표만 알 뿐, 이 점들이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모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른다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.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미션은 이 데이터 뒤에 숨은 규칙을 스스로 추론해 내는 것 </a:t>
                </a: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blipFill>
                <a:blip r:embed="rId4"/>
                <a:stretch>
                  <a:fillRect l="-1163" b="-89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858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4A98-F450-84B5-2263-2D734AC3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2.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7D8826-376D-F69C-DDA7-1E68D701D3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세계지도의 육지위에 찍히는 모든 점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blipFill>
                <a:blip r:embed="rId3"/>
                <a:stretch>
                  <a:fillRect l="-1163" b="-177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, AI로 생성">
            <a:extLst>
              <a:ext uri="{FF2B5EF4-FFF2-40B4-BE49-F238E27FC236}">
                <a16:creationId xmlns:a16="http://schemas.microsoft.com/office/drawing/2014/main" id="{1D99E959-1A54-7AF7-5530-851A3A6D41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A5FE5E-3788-65EE-02B9-A69C3D5D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1819441"/>
            <a:ext cx="8553450" cy="4624151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0ED608-81B9-E390-0ED2-9B637BBD44C6}"/>
              </a:ext>
            </a:extLst>
          </p:cNvPr>
          <p:cNvGrpSpPr/>
          <p:nvPr/>
        </p:nvGrpSpPr>
        <p:grpSpPr>
          <a:xfrm>
            <a:off x="1666875" y="1819441"/>
            <a:ext cx="8553450" cy="4624151"/>
            <a:chOff x="1666875" y="1819441"/>
            <a:chExt cx="8553450" cy="4624151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D09BE0A-FF8A-66DB-44EB-DDD39A006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66875" y="1819441"/>
              <a:ext cx="8553450" cy="462415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/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𝑷</m:t>
                          </m:r>
                        </m:e>
                        <m:sub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𝒅𝒂𝒕𝒂</m:t>
                          </m:r>
                        </m:sub>
                      </m:sSub>
                    </m:oMath>
                  </a14:m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)</a:t>
                  </a:r>
                  <a:endParaRPr lang="ko-KR" altLang="en-US" sz="2400" b="1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6926" t="-10526" b="-28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2642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218" y="2122179"/>
            <a:ext cx="8195014" cy="43852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3.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모델의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추상적 예측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</m:t>
                        </m:r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3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데이터 주변을 둘러싸는 영역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을 그려보며 규칙을 예측하지만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처음에 만든 넓은 주황색 상자는 점들을 대충 감싸고 있지만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여전히 정밀하지 못함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blipFill>
                <a:blip r:embed="rId4"/>
                <a:stretch>
                  <a:fillRect l="-1107" b="-983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146" y="2186756"/>
            <a:ext cx="7800261" cy="43702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D15716-87E1-4520-9610-5146025C1C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가지 조건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/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1. 진짜 같은가?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실제 규칙</a:t>
                </a:r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부합하는가? 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2. 독창적인가? (기존 데이터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X를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그대로 베끼지 않았는가?)  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blipFill>
                <a:blip r:embed="rId3"/>
                <a:stretch>
                  <a:fillRect l="-441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3346868-CE22-2323-46D6-C5D22E901BF1}"/>
              </a:ext>
            </a:extLst>
          </p:cNvPr>
          <p:cNvSpPr/>
          <p:nvPr/>
        </p:nvSpPr>
        <p:spPr>
          <a:xfrm>
            <a:off x="2724150" y="4733925"/>
            <a:ext cx="8456611" cy="1504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74" y="1957343"/>
            <a:ext cx="8172751" cy="4418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E7C8DC-CDBF-E19D-339C-D2A3128F7E3C}"/>
              </a:ext>
            </a:extLst>
          </p:cNvPr>
          <p:cNvSpPr txBox="1"/>
          <p:nvPr/>
        </p:nvSpPr>
        <p:spPr>
          <a:xfrm>
            <a:off x="7629007" y="1399980"/>
            <a:ext cx="4105794" cy="31085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엉뚱한 출력): 바다 한가운데 찍힌 점입니다.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1을 위반하여 전혀 '진짜 같지 않은' 엉터리 생성물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단순 표절): 기존 점에 딱 붙어 있는 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학습 데이터를 그냥 복사해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붙여넣은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수준이라 독창성(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2)이 없음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C (성공 - 진정한 생성): 기존 데이터에는 없던 완전히 새로운 위치지만, 정확히 '육지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안＇에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존재하며 진짜 데이터의 규칙을 완벽히 이해하면서도 새로운 창작물을 만든 성공적인 결과</a:t>
            </a: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2BCBFD48-A37F-EADE-961E-0A6C2CD4B8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점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A,B,C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보는 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성패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396594"/>
            <a:ext cx="4238626" cy="4445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무대 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점을 찍을 수 있는 전체 무대를 수학에서는 표본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(Sample Space)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위도와 경도로 이루어진 세계 지도의 모든 위치가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표본공간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 나누기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전체 확률의 합인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세계지도 위에 골고루 뿌리고 상자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(Box)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안쪽 영역에는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똑같이 나누어 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상자 밖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확률을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만들어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점이 나올 수 없는 곳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지정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353197"/>
            <a:ext cx="6759526" cy="19966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/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Parametric Modeling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주황색 상자의 크기와 위치를 조정하기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위해 상자의 왼쪽 아래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오른쪽 위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라는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수치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바꾸면 상자의 모양을 마음대로 움직이면서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보이지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않는 규칙을 찾기 위해 파라미터 모델링</a:t>
                </a: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 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점들의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만족도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요리조리 옮겨볼 때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우리가 관찰한 실제 점들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(x)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현재 상자 위치에 얼마나 잘 들어맞는지 만족도를 점수로 매기는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우도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(Likelihood)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blipFill>
                <a:blip r:embed="rId2"/>
                <a:stretch>
                  <a:fillRect l="-1007" r="-144" b="-3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09173" y="155428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81700" y="2590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004" y="1622090"/>
            <a:ext cx="6797629" cy="31397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545EA0-966E-3041-EC02-65C33DAECBD4}"/>
              </a:ext>
            </a:extLst>
          </p:cNvPr>
          <p:cNvSpPr txBox="1"/>
          <p:nvPr/>
        </p:nvSpPr>
        <p:spPr>
          <a:xfrm>
            <a:off x="708558" y="5433758"/>
            <a:ext cx="10887075" cy="7056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새로운 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성공적으로 찍어내는 비결은 수학적 핸들(파라미터)을 조절해 데이터 만족도(우도)가 극대화되는 최적의 영역을 찾아냈기 때문(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MLE)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/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Maximum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Estimation : 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최고의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 찾기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AI 학습의 목적은 이 만족도 점수(우도)를 가장 높게 만드는 최적의 핸들 값(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dirty="0">
                            <a:latin typeface="D2Coding" panose="020B0609020101020101" pitchFamily="49" charset="-127"/>
                            <a:ea typeface="D2Coding" panose="020B0609020101020101" pitchFamily="49" charset="-127"/>
                          </a:rPr>
                        </m:ctrlPr>
                      </m:accPr>
                      <m:e>
                        <m:r>
                          <a:rPr lang="ko-KR" altLang="en-US" sz="1400" dirty="0">
                            <a:latin typeface="D2Coding" panose="020B0609020101020101" pitchFamily="49" charset="-127"/>
                            <a:ea typeface="D2Coding" panose="020B0609020101020101" pitchFamily="49" charset="-127"/>
                          </a:rPr>
                          <m:t>𝜃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)을 찾는 것으로 만족도가 최고가 되는 순간, 주황색 상자는 바다를 피하고 실제 육지(데이터)만을 완벽하게 감싸게 됨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blipFill>
                <a:blip r:embed="rId3"/>
                <a:stretch>
                  <a:fillRect l="-886" r="-1329" b="-1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600233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57089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13E4-0F44-DF64-D580-24DFD6BC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DE7318-9841-796C-9E70-4ACB25A4F9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Large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A5CE1-FCF9-334F-F5E9-91DB6DE76FDA}"/>
              </a:ext>
            </a:extLst>
          </p:cNvPr>
          <p:cNvSpPr txBox="1"/>
          <p:nvPr/>
        </p:nvSpPr>
        <p:spPr>
          <a:xfrm>
            <a:off x="904527" y="1802116"/>
            <a:ext cx="6981307" cy="1768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Hands-On-Large-Language-Models</a:t>
            </a: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1 -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2 -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ADC80F-36DB-B4CB-5B89-708498EAF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179" y="2126454"/>
            <a:ext cx="2754457" cy="36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823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591709" y="1691187"/>
            <a:ext cx="656156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19638</TotalTime>
  <Words>1884</Words>
  <Application>Microsoft Office PowerPoint</Application>
  <PresentationFormat>와이드스크린</PresentationFormat>
  <Paragraphs>232</Paragraphs>
  <Slides>35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3" baseType="lpstr">
      <vt:lpstr>D2Coding</vt:lpstr>
      <vt:lpstr>맑은 고딕</vt:lpstr>
      <vt:lpstr>바탕</vt:lpstr>
      <vt:lpstr>Arial</vt:lpstr>
      <vt:lpstr>Cambria Math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273</cp:revision>
  <dcterms:created xsi:type="dcterms:W3CDTF">2026-04-06T01:00:39Z</dcterms:created>
  <dcterms:modified xsi:type="dcterms:W3CDTF">2026-09-18T14:53:33Z</dcterms:modified>
  <cp:version/>
</cp:coreProperties>
</file>