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1361" r:id="rId3"/>
    <p:sldId id="1381" r:id="rId4"/>
    <p:sldId id="1382" r:id="rId5"/>
    <p:sldId id="1383" r:id="rId6"/>
    <p:sldId id="1379" r:id="rId7"/>
    <p:sldId id="1378" r:id="rId8"/>
    <p:sldId id="1380" r:id="rId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361"/>
            <p14:sldId id="1381"/>
            <p14:sldId id="1382"/>
            <p14:sldId id="1383"/>
            <p14:sldId id="1379"/>
            <p14:sldId id="1378"/>
            <p14:sldId id="138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17C5-BD86-E7FB-D920-0A8D4B59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0DDA7C-EFE3-AC54-729A-12FCC7C9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80622-AD1A-641C-03EA-74C952F82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69706-0294-EC13-076B-3E1F40EC0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996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sole.cloud.google.com/storage/browser/quickdraw_dataset/full/numpy_bitmap;tab=objects?pageState=(%22StorageObjectListTable%22:(%22f%22:%22%255B%255D%22))&amp;prefix=&amp;forceOnObjectsSortingFiltering=false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Deep Learning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Teaching Machines to Paint, Write, Compose, and Play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E45B-DED7-1C98-3C49-D10799CC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2FD1-6FA2-73C5-E656-2734EE17C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Adversarial Networks</a:t>
            </a:r>
            <a:endParaRPr lang="ko-KR" altLang="en-US" sz="4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5128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C477-FAF6-C939-BE0A-0ADDE82F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8A9D857-46BC-CE7A-4245-A846A5DFE8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 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C8BDC-571A-FAA4-7695-F31D8520DA39}"/>
              </a:ext>
            </a:extLst>
          </p:cNvPr>
          <p:cNvSpPr txBox="1"/>
          <p:nvPr/>
        </p:nvSpPr>
        <p:spPr>
          <a:xfrm>
            <a:off x="563419" y="1487055"/>
            <a:ext cx="6237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구글의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낙서 맞추기 게임인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'Quick, Draw!'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의 공개 데이터셋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9C5AFC-633A-1B7F-EA33-55382DCD3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4" y="2064242"/>
            <a:ext cx="6844145" cy="3499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3AA859B-C65E-ACFF-042B-B74698A25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02" y="4295343"/>
            <a:ext cx="5739944" cy="20806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65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1651-62A0-B2E1-BA40-0B2DB2E3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9AEED5-E3D3-AF46-C77A-4E62B140D94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 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72E1D-499B-AAC2-92C4-60A3E4959C32}"/>
              </a:ext>
            </a:extLst>
          </p:cNvPr>
          <p:cNvSpPr txBox="1"/>
          <p:nvPr/>
        </p:nvSpPr>
        <p:spPr>
          <a:xfrm>
            <a:off x="614218" y="1639885"/>
            <a:ext cx="10940474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D:\&gt;curl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https://storage.googleapis.com/quickdraw_dataset/full/numpy_bitmap/camel.npy</a:t>
            </a: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%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%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Received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Xferd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Speed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Time    Time    Time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Dload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Upload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Spent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Left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Speed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100 90.76M 100 90.76M   0      0  9.39M      0   00:09   00:09         10.55M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D:\&gt;dir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드라이브의 볼륨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DATA</a:t>
            </a: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볼륨 일련 번호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BA26-5711</a:t>
            </a:r>
          </a:p>
          <a:p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D:\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디렉터리</a:t>
            </a:r>
          </a:p>
          <a:p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2026-09-07 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오전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10:32        95,176,896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1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파일         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95,176,896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바이트</a:t>
            </a: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디렉터리 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486,531,141,632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바이트 남음</a:t>
            </a:r>
          </a:p>
        </p:txBody>
      </p:sp>
    </p:spTree>
    <p:extLst>
      <p:ext uri="{BB962C8B-B14F-4D97-AF65-F5344CB8AC3E}">
        <p14:creationId xmlns:p14="http://schemas.microsoft.com/office/powerpoint/2010/main" val="227343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E07B-FCBA-1B29-8A7D-3CD8E429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D178554-0A1B-DA60-12EC-2F50889F17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 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CC53DC-E585-76F4-3FC1-1D37004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109" y="1400503"/>
            <a:ext cx="2615598" cy="5146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AAF6F-2D7B-2A49-20E4-E4FAA7A2D666}"/>
              </a:ext>
            </a:extLst>
          </p:cNvPr>
          <p:cNvSpPr txBox="1"/>
          <p:nvPr/>
        </p:nvSpPr>
        <p:spPr>
          <a:xfrm>
            <a:off x="591127" y="1539049"/>
            <a:ext cx="6585528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환경으로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데이터셋 직접 다운로드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wget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https://storage.googleapis.com/quickdraw_dataset/full/numpy_bitmap/camel.npy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.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파일 불러오기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np.load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("데이터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:",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camels.shape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 # (샘플 수, 784)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샘플 10개를 5행 2열(5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2) 그리드로 시각화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fig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axes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plt.subplots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(5, 3,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=(6, 12))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enumerate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axes.flat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784개 수치 데이터를 28x28 픽셀 이미지로 변환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reshape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(28, 28)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gray_r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흰 바탕에 검은색 선으로 표시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ax.imshow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gray_r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ax.set_title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f'Camel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#{i+1}')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ax.axis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off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  # 축 눈금 숨기기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plt.tight_layout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ko-KR" altLang="ko-KR" sz="10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50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B2D9-971D-12D3-B060-10E8E3F6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E9DC9FB-D4FB-DB4B-0AD9-8D577BBB16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5261BA-EDF3-F967-2E2B-4F8E8A0D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777" y="1525748"/>
            <a:ext cx="5975823" cy="40759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0F120-2558-9A18-0DC7-BCFAD27CC9BB}"/>
              </a:ext>
            </a:extLst>
          </p:cNvPr>
          <p:cNvSpPr txBox="1"/>
          <p:nvPr/>
        </p:nvSpPr>
        <p:spPr>
          <a:xfrm>
            <a:off x="3047999" y="579638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Inputs and outputs of the two networks in a GAN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65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13F0-E02B-1045-51FB-989F0FE7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B9B3B85-5E52-9230-DD95-4F3B089BF0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B6FCE-8BF7-EE2E-90A8-556546B9D1F7}"/>
              </a:ext>
            </a:extLst>
          </p:cNvPr>
          <p:cNvSpPr txBox="1"/>
          <p:nvPr/>
        </p:nvSpPr>
        <p:spPr>
          <a:xfrm>
            <a:off x="662651" y="1248422"/>
            <a:ext cx="5236579" cy="527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gan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GAN(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=(28, 28, 1),</a:t>
            </a:r>
          </a:p>
          <a:p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discriminator_conv_filters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=[64, 64, 128, 128],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discriminator_conv_kernel_size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=[5, 5, 5, 5],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discriminator_conv_strides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=[2, 2, 2, 1],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discriminator_batch_norm_momentum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=None,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discriminator_activation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discriminator_dropout_rate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=0.4,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discriminator_learning_rate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=0.0008,</a:t>
            </a:r>
          </a:p>
          <a:p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generator_initial_dense_layer_size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=(7, 7, 64),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generator_upsample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=[2, 2, 1, 1],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generator_conv_filters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=[128, 64, 64, 1],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generator_conv_kernel_size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=[5, 5, 5, 5],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generator_conv_strides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=[1, 1, 1, 1],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generator_batch_norm_momentum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=0.9,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generator_activation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generator_dropout_rate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=None,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generator_learning_rate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=0.0004,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optimiser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rmsprop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z_dim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=100)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400D0C4-0FCF-E9DA-0674-DF72CE6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506" y="3838811"/>
            <a:ext cx="5146935" cy="1817982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2687BD-3E9E-0441-17C1-ABCBABAF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506" y="1260170"/>
            <a:ext cx="5130236" cy="23563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CA69088-4F2D-1EE6-4B39-7C4131CC9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506" y="5710216"/>
            <a:ext cx="2947831" cy="8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87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5D26-EF4F-3FD3-98BA-ECFE1CC2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B63904-4EA6-468D-9450-EB1966699D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Training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5C5D63-1274-20B9-EF2F-9788DCA7A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90" y="1414967"/>
            <a:ext cx="5540220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1438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20413</TotalTime>
  <Words>594</Words>
  <Application>Microsoft Office PowerPoint</Application>
  <PresentationFormat>와이드스크린</PresentationFormat>
  <Paragraphs>74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D2Coding</vt:lpstr>
      <vt:lpstr>맑은 고딕</vt:lpstr>
      <vt:lpstr>Batang</vt:lpstr>
      <vt:lpstr>Arial</vt:lpstr>
      <vt:lpstr>WelcomeDoc</vt:lpstr>
      <vt:lpstr>Generative Deep Learning Teaching Machines to Paint, Write, Compose, and Play</vt:lpstr>
      <vt:lpstr>Generative Adversarial Networks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283</cp:revision>
  <dcterms:created xsi:type="dcterms:W3CDTF">2026-04-06T01:00:39Z</dcterms:created>
  <dcterms:modified xsi:type="dcterms:W3CDTF">2026-09-07T01:49:32Z</dcterms:modified>
  <cp:version/>
</cp:coreProperties>
</file>