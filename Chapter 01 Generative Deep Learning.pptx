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30" r:id="rId16"/>
    <p:sldId id="1325" r:id="rId17"/>
    <p:sldId id="1326" r:id="rId18"/>
    <p:sldId id="1327" r:id="rId19"/>
    <p:sldId id="1331" r:id="rId20"/>
    <p:sldId id="1328" r:id="rId21"/>
    <p:sldId id="1334" r:id="rId22"/>
    <p:sldId id="1335" r:id="rId23"/>
    <p:sldId id="1339" r:id="rId24"/>
    <p:sldId id="1340" r:id="rId25"/>
    <p:sldId id="1336" r:id="rId26"/>
    <p:sldId id="1341" r:id="rId27"/>
    <p:sldId id="1337" r:id="rId28"/>
    <p:sldId id="1343" r:id="rId29"/>
    <p:sldId id="1342" r:id="rId30"/>
    <p:sldId id="1338" r:id="rId31"/>
    <p:sldId id="1347" r:id="rId32"/>
    <p:sldId id="1346" r:id="rId33"/>
    <p:sldId id="1348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  <p14:sldId id="1346"/>
            <p14:sldId id="13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43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이기보다는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8B6883-861B-2946-1C65-6BDC8DF5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379" y="1805478"/>
            <a:ext cx="8012293" cy="42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B9523C-EF88-606B-B68A-9CF621E09B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093" y="1693554"/>
            <a:ext cx="8195014" cy="438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F689E7-CDD7-F883-D81F-C5CD7F5490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9" y="1535264"/>
            <a:ext cx="7800261" cy="437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10AD0-B600-C5C3-A5C0-E75C4BAAA0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99" y="1596308"/>
            <a:ext cx="8674948" cy="46901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3B446D-2FC9-3163-48F3-65247C29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860" y="1329608"/>
            <a:ext cx="4887700" cy="13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solidFill>
                <a:schemeClr val="bg1">
                  <a:lumMod val="6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248422"/>
            <a:ext cx="6759526" cy="19966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0CAED-77A1-D1A4-3AE2-676DD0780086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28587" y="140890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185" y="1859144"/>
            <a:ext cx="6797629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579278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47564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핵심음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13E4-0F44-DF64-D580-24DFD6BC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DE7318-9841-796C-9E70-4ACB25A4F9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Large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A5CE1-FCF9-334F-F5E9-91DB6DE76FDA}"/>
              </a:ext>
            </a:extLst>
          </p:cNvPr>
          <p:cNvSpPr txBox="1"/>
          <p:nvPr/>
        </p:nvSpPr>
        <p:spPr>
          <a:xfrm>
            <a:off x="904527" y="1802116"/>
            <a:ext cx="6981307" cy="1768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Hands-On-Large-Language-Models</a:t>
            </a: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1 -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2 -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ADC80F-36DB-B4CB-5B89-708498EAF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179" y="2126454"/>
            <a:ext cx="2754457" cy="36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823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591709" y="1691187"/>
            <a:ext cx="656156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19562</TotalTime>
  <Words>1414</Words>
  <Application>Microsoft Office PowerPoint</Application>
  <PresentationFormat>와이드스크린</PresentationFormat>
  <Paragraphs>208</Paragraphs>
  <Slides>33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269</cp:revision>
  <dcterms:created xsi:type="dcterms:W3CDTF">2026-04-06T01:00:39Z</dcterms:created>
  <dcterms:modified xsi:type="dcterms:W3CDTF">2026-09-03T21:36:18Z</dcterms:modified>
  <cp:version/>
</cp:coreProperties>
</file>