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handoutMasterIdLst>
    <p:handoutMasterId r:id="rId8"/>
  </p:handoutMasterIdLst>
  <p:sldIdLst>
    <p:sldId id="256" r:id="rId2"/>
    <p:sldId id="1361" r:id="rId3"/>
    <p:sldId id="1379" r:id="rId4"/>
    <p:sldId id="1378" r:id="rId5"/>
    <p:sldId id="1380" r:id="rId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361"/>
            <p14:sldId id="1379"/>
            <p14:sldId id="1378"/>
            <p14:sldId id="138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6E3FF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17C5-BD86-E7FB-D920-0A8D4B598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0DDA7C-EFE3-AC54-729A-12FCC7C95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D80622-AD1A-641C-03EA-74C952F82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69706-0294-EC13-076B-3E1F40EC0A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25996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AE45B-DED7-1C98-3C49-D10799CCA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E92FD1-6FA2-73C5-E656-2734EE17C2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Adversarial Networks</a:t>
            </a:r>
            <a:endParaRPr lang="ko-KR" altLang="en-US" sz="4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5128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EB2D9-971D-12D3-B060-10E8E3F65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E9DC9FB-D4FB-DB4B-0AD9-8D577BBB16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GAN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A5261BA-EDF3-F967-2E2B-4F8E8A0DA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5777" y="1525748"/>
            <a:ext cx="5975823" cy="407599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E0F120-2558-9A18-0DC7-BCFAD27CC9BB}"/>
              </a:ext>
            </a:extLst>
          </p:cNvPr>
          <p:cNvSpPr txBox="1"/>
          <p:nvPr/>
        </p:nvSpPr>
        <p:spPr>
          <a:xfrm>
            <a:off x="3047999" y="5796387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Inputs and outputs of the two networks in a GAN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46555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B13F0-E02B-1045-51FB-989F0FE71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B9B3B85-5E52-9230-DD95-4F3B089BF0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GAN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8B6FCE-8BF7-EE2E-90A8-556546B9D1F7}"/>
              </a:ext>
            </a:extLst>
          </p:cNvPr>
          <p:cNvSpPr txBox="1"/>
          <p:nvPr/>
        </p:nvSpPr>
        <p:spPr>
          <a:xfrm>
            <a:off x="662651" y="1248422"/>
            <a:ext cx="5236579" cy="52783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gan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GAN(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=(28, 28, 1),</a:t>
            </a:r>
          </a:p>
          <a:p>
            <a:endParaRPr lang="en-US" altLang="ko-KR" sz="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discriminator_conv_filters</a:t>
            </a:r>
            <a:r>
              <a:rPr lang="en-US" altLang="ko-KR" sz="16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=[64, 64, 128, 128],</a:t>
            </a:r>
          </a:p>
          <a:p>
            <a:r>
              <a:rPr lang="en-US" altLang="ko-KR" sz="16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discriminator_conv_kernel_size</a:t>
            </a:r>
            <a:r>
              <a:rPr lang="en-US" altLang="ko-KR" sz="16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=[5, 5, 5, 5],</a:t>
            </a:r>
          </a:p>
          <a:p>
            <a:r>
              <a:rPr lang="en-US" altLang="ko-KR" sz="16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discriminator_conv_strides</a:t>
            </a:r>
            <a:r>
              <a:rPr lang="en-US" altLang="ko-KR" sz="16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=[2, 2, 2, 1],</a:t>
            </a:r>
          </a:p>
          <a:p>
            <a:r>
              <a:rPr lang="en-US" altLang="ko-KR" sz="16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discriminator_batch_norm_momentum</a:t>
            </a:r>
            <a:r>
              <a:rPr lang="en-US" altLang="ko-KR" sz="16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=None,</a:t>
            </a:r>
          </a:p>
          <a:p>
            <a:r>
              <a:rPr lang="en-US" altLang="ko-KR" sz="16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discriminator_activation</a:t>
            </a:r>
            <a:r>
              <a:rPr lang="en-US" altLang="ko-KR" sz="16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en-US" altLang="ko-KR" sz="16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',</a:t>
            </a:r>
          </a:p>
          <a:p>
            <a:r>
              <a:rPr lang="en-US" altLang="ko-KR" sz="16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discriminator_dropout_rate</a:t>
            </a:r>
            <a:r>
              <a:rPr lang="en-US" altLang="ko-KR" sz="16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=0.4,</a:t>
            </a:r>
          </a:p>
          <a:p>
            <a:r>
              <a:rPr lang="en-US" altLang="ko-KR" sz="16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discriminator_learning_rate</a:t>
            </a:r>
            <a:r>
              <a:rPr lang="en-US" altLang="ko-KR" sz="16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=0.0008,</a:t>
            </a:r>
          </a:p>
          <a:p>
            <a:endParaRPr lang="en-US" altLang="ko-KR" sz="1600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600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generator_initial_dense_layer_size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=(7, 7, 64),</a:t>
            </a:r>
          </a:p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generator_upsample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=[2, 2, 1, 1],</a:t>
            </a:r>
          </a:p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generator_conv_filters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=[128, 64, 64, 1],</a:t>
            </a:r>
          </a:p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generator_conv_kernel_size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=[5, 5, 5, 5],</a:t>
            </a:r>
          </a:p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generator_conv_strides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=[1, 1, 1, 1],</a:t>
            </a:r>
          </a:p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generator_batch_norm_momentum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=0.9,</a:t>
            </a:r>
          </a:p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generator_activation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',</a:t>
            </a:r>
          </a:p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generator_dropout_rate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=None,</a:t>
            </a:r>
          </a:p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generator_learning_rate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=0.0004,</a:t>
            </a:r>
          </a:p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optimiser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rmsprop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',</a:t>
            </a:r>
          </a:p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z_dim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=100)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400D0C4-0FCF-E9DA-0674-DF72CE630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6506" y="3838811"/>
            <a:ext cx="5146935" cy="1817982"/>
          </a:xfrm>
          <a:prstGeom prst="rect">
            <a:avLst/>
          </a:prstGeom>
          <a:ln>
            <a:solidFill>
              <a:schemeClr val="accent5"/>
            </a:solidFill>
          </a:ln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F2687BD-3E9E-0441-17C1-ABCBABAF7E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6506" y="1260170"/>
            <a:ext cx="5130236" cy="2356362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DCA69088-4F2D-1EE6-4B39-7C4131CC94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6506" y="5710216"/>
            <a:ext cx="2947831" cy="816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4879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25D26-EF4F-3FD3-98BA-ECFE1CC2E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3B63904-4EA6-468D-9450-EB1966699D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GAN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5C5D63-1274-20B9-EF2F-9788DCA7A8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490" y="1414967"/>
            <a:ext cx="5540220" cy="496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614386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20391</TotalTime>
  <Words>263</Words>
  <Application>Microsoft Office PowerPoint</Application>
  <PresentationFormat>와이드스크린</PresentationFormat>
  <Paragraphs>32</Paragraphs>
  <Slides>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0" baseType="lpstr">
      <vt:lpstr>D2Coding</vt:lpstr>
      <vt:lpstr>맑은 고딕</vt:lpstr>
      <vt:lpstr>바탕</vt:lpstr>
      <vt:lpstr>Arial</vt:lpstr>
      <vt:lpstr>WelcomeDoc</vt:lpstr>
      <vt:lpstr>Generative Deep Learning Teaching Machines to Paint, Write, Compose, and Play</vt:lpstr>
      <vt:lpstr>Generative Adversarial Networks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281</cp:revision>
  <dcterms:created xsi:type="dcterms:W3CDTF">2026-04-06T01:00:39Z</dcterms:created>
  <dcterms:modified xsi:type="dcterms:W3CDTF">2026-09-06T14:09:34Z</dcterms:modified>
  <cp:version/>
</cp:coreProperties>
</file>