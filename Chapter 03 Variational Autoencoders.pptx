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264" r:id="rId3"/>
    <p:sldId id="1367" r:id="rId4"/>
    <p:sldId id="1187" r:id="rId5"/>
    <p:sldId id="1189" r:id="rId6"/>
    <p:sldId id="1186" r:id="rId7"/>
    <p:sldId id="1188" r:id="rId8"/>
    <p:sldId id="1370" r:id="rId9"/>
    <p:sldId id="1368" r:id="rId10"/>
    <p:sldId id="1369" r:id="rId11"/>
    <p:sldId id="1371" r:id="rId12"/>
    <p:sldId id="1372" r:id="rId13"/>
    <p:sldId id="1374" r:id="rId14"/>
    <p:sldId id="940" r:id="rId15"/>
    <p:sldId id="939" r:id="rId16"/>
    <p:sldId id="1375" r:id="rId17"/>
    <p:sldId id="935" r:id="rId18"/>
    <p:sldId id="296" r:id="rId19"/>
    <p:sldId id="1385" r:id="rId20"/>
    <p:sldId id="1386" r:id="rId21"/>
    <p:sldId id="1387" r:id="rId22"/>
    <p:sldId id="1361" r:id="rId23"/>
    <p:sldId id="1352" r:id="rId24"/>
    <p:sldId id="1353" r:id="rId25"/>
    <p:sldId id="1348" r:id="rId26"/>
    <p:sldId id="1350" r:id="rId27"/>
    <p:sldId id="1382" r:id="rId28"/>
    <p:sldId id="1383" r:id="rId29"/>
    <p:sldId id="1363" r:id="rId30"/>
    <p:sldId id="1384" r:id="rId31"/>
    <p:sldId id="1355" r:id="rId32"/>
    <p:sldId id="1364" r:id="rId33"/>
    <p:sldId id="1360" r:id="rId34"/>
    <p:sldId id="1349" r:id="rId35"/>
    <p:sldId id="1377" r:id="rId36"/>
    <p:sldId id="1351" r:id="rId37"/>
    <p:sldId id="1358" r:id="rId38"/>
    <p:sldId id="1357" r:id="rId39"/>
    <p:sldId id="1366" r:id="rId40"/>
    <p:sldId id="1378" r:id="rId41"/>
    <p:sldId id="1380" r:id="rId42"/>
    <p:sldId id="1379" r:id="rId43"/>
    <p:sldId id="1381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187"/>
            <p14:sldId id="1189"/>
            <p14:sldId id="1186"/>
            <p14:sldId id="1188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85"/>
            <p14:sldId id="1386"/>
            <p14:sldId id="1387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84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DB1D-5767-AB01-45A8-8B41E20B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899255-041A-1C86-2BDC-C772E1A04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8AD1D7-1DC7-B501-5BD8-89436C874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F313DC-3EB2-01AD-3BDF-9E23FA2E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17653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gregorygundersen.com/blog/2021/04/16/variational-inference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912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410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99901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60BB-F2F3-C449-7672-A4067D39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5CA4D-5B26-30D0-4AF1-CE89D56A9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Exhibition Gallery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PCA/AE/VAE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476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11C2-49C0-7DCF-218F-8E8D99ED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A70C16-CB73-169D-BDB0-55BDE6D987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PCA/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tsne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37819-A302-7822-1156-D408B94F1DEC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09C1F4-2FA8-B969-1DAB-84EB667E2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63" y="1995258"/>
            <a:ext cx="5029456" cy="397691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24C7B1-8CCE-DD5B-CE9D-E4D337DCB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987" y="1995258"/>
            <a:ext cx="2149026" cy="2629128"/>
          </a:xfrm>
          <a:prstGeom prst="rect">
            <a:avLst/>
          </a:prstGeom>
        </p:spPr>
      </p:pic>
      <p:cxnSp>
        <p:nvCxnSpPr>
          <p:cNvPr id="16" name="연결선: 구부러짐 15">
            <a:extLst>
              <a:ext uri="{FF2B5EF4-FFF2-40B4-BE49-F238E27FC236}">
                <a16:creationId xmlns:a16="http://schemas.microsoft.com/office/drawing/2014/main" id="{47BE82AA-5C80-E81C-2CDB-0713C2A440C0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5105403" y="2952750"/>
            <a:ext cx="2392585" cy="35707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892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1295-E255-0D9D-410A-2E152EF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0426-A9AD-5AE8-039F-FAD0B358FB1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AE/VAE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575789-AC2D-2E78-74A0-A2954596DAD6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12F248-36AA-94AF-AC6D-168ED0287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25" y="1916330"/>
            <a:ext cx="5054361" cy="38939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4CE3D3-E456-6D73-C3F9-87197FE25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506" y="4171883"/>
            <a:ext cx="2210325" cy="22041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1FB8F04-5C12-6A38-D09A-EDB7D2E38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436" y="1502278"/>
            <a:ext cx="2225233" cy="2415749"/>
          </a:xfrm>
          <a:prstGeom prst="rect">
            <a:avLst/>
          </a:prstGeom>
        </p:spPr>
      </p:pic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0AE833B4-6068-3864-6FD0-E57E9CD23C3D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4752976" y="2524125"/>
            <a:ext cx="3314461" cy="18602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0F1AD380-BBA0-CEE9-B1F3-2BDB439139C3}"/>
              </a:ext>
            </a:extLst>
          </p:cNvPr>
          <p:cNvCxnSpPr>
            <a:cxnSpLocks/>
            <a:stCxn id="13" idx="1"/>
          </p:cNvCxnSpPr>
          <p:nvPr/>
        </p:nvCxnSpPr>
        <p:spPr>
          <a:xfrm rot="10800000">
            <a:off x="4752976" y="2537274"/>
            <a:ext cx="4434531" cy="273667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5003CBE-C933-B638-65BB-EE2C213CCE05}"/>
              </a:ext>
            </a:extLst>
          </p:cNvPr>
          <p:cNvSpPr txBox="1"/>
          <p:nvPr/>
        </p:nvSpPr>
        <p:spPr>
          <a:xfrm>
            <a:off x="6172868" y="4525821"/>
            <a:ext cx="27146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Variational Autoencoder(VAE)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3E02D-1CC7-AE97-53C8-BEB81F76921D}"/>
              </a:ext>
            </a:extLst>
          </p:cNvPr>
          <p:cNvSpPr txBox="1"/>
          <p:nvPr/>
        </p:nvSpPr>
        <p:spPr>
          <a:xfrm>
            <a:off x="6215917" y="2309361"/>
            <a:ext cx="1508648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Autoencoder(AE)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564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776904" y="1957405"/>
            <a:ext cx="4628473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65941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20395</TotalTime>
  <Words>1569</Words>
  <Application>Microsoft Office PowerPoint</Application>
  <PresentationFormat>와이드스크린</PresentationFormat>
  <Paragraphs>227</Paragraphs>
  <Slides>43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3" baseType="lpstr">
      <vt:lpstr>D2Coding</vt:lpstr>
      <vt:lpstr>맑은 고딕</vt:lpstr>
      <vt:lpstr>맑은 고딕 Semilight</vt:lpstr>
      <vt:lpstr>Batang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Art Exhibition Gallery PCA/AE/VAE</vt:lpstr>
      <vt:lpstr>PowerPoint 프레젠테이션</vt:lpstr>
      <vt:lpstr>PowerPoint 프레젠테이션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283</cp:revision>
  <dcterms:created xsi:type="dcterms:W3CDTF">2026-04-06T01:00:39Z</dcterms:created>
  <dcterms:modified xsi:type="dcterms:W3CDTF">2026-09-23T22:57:26Z</dcterms:modified>
  <cp:version/>
</cp:coreProperties>
</file>